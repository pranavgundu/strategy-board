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Board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Strategy Whiteboard for FRC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Gundu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it do?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Board is a digital whiteboard for FIRST Robotics Competition (FRC) teams. Draw plays on virtual field images, plan autonomous routines, and share strategies with teammates — all in real time.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212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problem does it solve?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used paper field drawings or expensive tablets. Strategy Board replaces that with a free, cross-platform app that lets teams draw plays, import live match data, and share strategies via QR code or 6-character share codes.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the intended user?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FRC teams — coaches, drive teams, and strategy leads — at competitions and during practice.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1783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94960" y="960120"/>
            <a:ext cx="178308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612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 Plays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819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Freehand &amp; shapes on field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960120"/>
            <a:ext cx="1783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960120"/>
            <a:ext cx="1783080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1612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Share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0" y="15819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6-char share codes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2880360"/>
            <a:ext cx="1783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2880360"/>
            <a:ext cx="1783080" cy="7315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081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350215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Desktop, iOS, Android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880360"/>
            <a:ext cx="1783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2880360"/>
            <a:ext cx="178308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081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350215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TBA &amp; Statbotics import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and Technologies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tools, languages, and platforms used in Strategy 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5156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05156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7872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 &amp; runtime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05156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73952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&amp; dev server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(Mac/Win/Linux)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192024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92024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47872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(iOS/Android)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92024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92024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73952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hosting &amp; PWA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78892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78892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&amp; Firestore DB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278892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278892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7872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TBA 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47872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schedule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278892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78892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Statbotics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73952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analytics &amp; EPA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65760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65760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idb-keyval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IndexedDB storage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365760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365760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47872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jsPDF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547872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of whiteboards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3657600"/>
            <a:ext cx="2743200" cy="731520"/>
          </a:xfrm>
          <a:prstGeom prst="rect">
            <a:avLst/>
          </a:prstGeom>
          <a:solidFill>
            <a:srgbClr val="162033"/>
          </a:solidFill>
          <a:ln w="5080">
            <a:solidFill>
              <a:srgbClr val="00BC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3657600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qrcode / qr-scanner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73952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share &amp; camera scan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TypeScript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(compiled to ES2022 JavaScript)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/ Editor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with ESLint &amp; TypeScript extensions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/ Platforms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19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Node.js / Bun runtime, Electron renderer process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TypeScript is a development-only tool; output is plain 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adds static typing to JavaScript, catching bugs at compile time before they reach users.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Vite + Bun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config files (vite.config.ts, package.json scripts)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/ Editor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VS Code integrated terminal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/ Platforms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19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(HMR), Vite production bundler, Bun package manager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used only during development and build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provides near-instant dev server start and fast production builds. Bun replaces npm/yarn for 10x faster installs.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Electron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(renderer) + CommonJS (main process via electron/main.cjs)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/ Editor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Code; electron-builder for packaging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/ Platforms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19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(x64 + ARM), Windows (x64 NSIS installer + portable), Linux (AppImage + .deb)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ships as a downloadable desktop app (not hosted)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wraps the web app in a native desktop window, enabling file system access and system tray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Capacitor (Mobile)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(shared web codebase), Xcode / Android Studio for native builds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/ Editor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(iOS), Android Studio (Android), VS Code for shared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/ Platforms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19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(iPhone/iPad via App Store), Android (APK / Google Play)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published — sideloaded APK for Android, TestFlight for iOS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bridges the same web app code to native iOS and Android apps with zero code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Vercel (Web / PWA Hosting)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language — Vercel deploys pre-built static files from Vite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/ Editor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dashboard + GitHub integration (auto-deploy on push to main)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/ Platforms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19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strategyboard.app — Progressive Web App with offline support via Workbox service worker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73152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(free tier) — automatic TLS, CDN, preview deployments per pull request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main auto-deploys in ~30 seconds. PWA mode lets users install the app from Chrome on any device.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Library: Firebase / Firestore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of Library /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(v12) — Google Firebase SDK with Firestore NoSQL cloud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Feature Did It Provide?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collaboration: teams generate a 6-character share code, upload their match plan to Firestore, and anyone with the code can download it instantly — no account or login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Did You Decide to Use 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tier (Spark plan) covers expected usage with no credit 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from the browser without a backend server — pure client SDK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Firestore's document model maps naturally to match data objects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Lazy-loaded only when sharing is triggered, keeping initial bundle small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Firebase: How You Found and Learned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You Discover It?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familiar with Firebase from previous web projects. It's the go-to solution for zero-backend real-time databases in the JavaScript ecosystem.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91440" cy="12344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You Compare Multiple Options?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evaluated Supabase (more SQL, requires server) and PocketBase (self-hosted). Firebase Firestore won for zero-server browser-only SDK.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91440" cy="12344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Used to Learn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official docs (firebase.google.com), Firestore quickstart guide, Vite environment variable docs for VITE_FIREBASE_API_KEY setup.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31720"/>
            <a:ext cx="91440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Specifics: Docs / Tutorials /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firebase.google.com/docs/firestore — 'Get data with Cloud Firestore' guide. Lazy import pattern learned from Vite docs on dynamic imports.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Firebase is dynamically imported (import('./cloud.ts')) so it only loads when a user clicks Share — keeping the app fast for everyone else.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Firebase: How You Integrated It Into Your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src/cloud.ts  |  Dynamically imported in src/view.ts when user clicks Share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2377440"/>
          </a:xfrm>
          <a:prstGeom prst="rect">
            <a:avLst/>
          </a:prstGeom>
          <a:solidFill>
            <a:srgbClr val="1E2D3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src/cloud.ts — upload a match to Firestore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initializeApp } from "firebase/app";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getFirestore, doc, setDoc, getDoc } from "firebase/firestore";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uploadMatch(match: Match): Promise&lt;string&gt;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              // lazy singleton — only init once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code = generateShareCode(); // random 6-char code e.g. "AB3K7X"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setDoc(doc(db, "matches", code), { data: match.serialize()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code;                     // returned to user as share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downloadMatch(code: string): Promise&lt;Match&gt;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snap = await getDoc(doc(db, "matches", code));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Match.deserialize(snap.data()!.data);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installed: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37490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add firebase  →  imported via ESM: import { getFirestore } from 'firebase/firestore'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 called: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40690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initializeApp(), getFirestore(), doc(), setDoc(), getDoc()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API: The Blue Alliance (TBA)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of Library /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Alliance REST API v3  —  thebluealliance.com/api/v3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Feature Did It Provide?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FRC event schedules and match lists. Teams search for their event, pick a match, and all 6 team numbers auto-fill from TBA data — no manual entry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Did You Decide to Use 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TBA is the official, community-maintained FRC data source — used by every major FRC tool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to use with a simple API key (no OAuth required)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JSON data with team alliances, match keys, and event details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Statbotics also uses TBA match keys, so both APIs integrate naturally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TBA API: How You Found and Learned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You Discover It?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Alliance is well-known in the FRC community. Every team uses it to look up match results. I already knew it existed from using the website.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91440" cy="12344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You Compare Multiple Options?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TBA is the only comprehensive FRC data API. Also integrated Statbotics for team EPA stats that TBA doesn't provide.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91440" cy="12344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Used to Learn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thebluealliance.com/apidocs/v3 — interactive Swagger docs. Tested endpoints live in the browser before writing TypeScript interfaces.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31720"/>
            <a:ext cx="91440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Specifics: Docs / Tutorials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/event/{key}/matches and /team/{key}/events/{year} endpoint docs. Used browser fetch() to explore raw JSON responses and designed TypeScript interfaces to match.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API key is stored in .env as VITE_TBA_API_KEY and injected by Vite at build time — never hardcoded in source.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TBA API: How You Integrated It Into Your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src/tba.ts  |  Class TBAService called from src/view.ts on event 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2377440"/>
          </a:xfrm>
          <a:prstGeom prst="rect">
            <a:avLst/>
          </a:prstGeom>
          <a:solidFill>
            <a:srgbClr val="1E2D3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src/tba.ts — fetch matches for an FRC event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TBA_API_BASE = "https://www.thebluealliance.com/api/v3";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TBAService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getEventMatches(eventKey: string): Promise&lt;TBASimpleMatch[]&gt;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resp = await fetch(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`${TBA_API_BASE}/event/${eventKey}/matches/simple`,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headers: { "X-TBA-Auth-Key": this.apiKey }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raw: TBAMatch[] = await resp.json();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raw.map(m =&gt; ({           // reshape to app-friendly format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matchName: formatMatchName(m),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redTeams:  m.alliances.red.team_keys.map(k =&gt; k.replace("frc", "")),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blueTeams: m.alliances.blue.team_keys.map(k =&gt; k.replace("frc", "")),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matchKey: m.key,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installed: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37490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npm package — TBA is a REST API called with fetch()  |  API key via import.meta.env.VITE_TBA_API_KEY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 called: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40690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fetch(), resp.json(), getEventMatches(), getEventList(), searchEvents()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Library: idb-keyval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of Library /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idb-keyval (v6)  —  tiny (~600 bytes) key/value store on top of IndexedDB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Feature Did It Provide?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 storage for all match data. Matches survive browser refresh and app restarts — stored offline in the browser's IndexedDB. Also caches Statbotics API responses for 24 hours.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Did You Decide to Use 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localStorage only supports strings and has a 5 MB limit — IndexedDB handles large binary objects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idb-keyval wraps the complex IndexedDB API in simple get/set/clear functions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in all modern browsers AND Electron AND Capacitor mobile apps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Tiny bundle size — no impact on app load time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idb-keyval: How You Found and Learned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You Discover It?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npm for 'IndexedDB simple' and idb-keyval came up as the top result with 4M weekly downloads. Compared to idb (larger) and localforage (older).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91440" cy="12344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You Compare Multiple Options?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localforage was too large. Raw IndexedDB API required opening databases and transactions manually — too much boilerplate. idb-keyval's 4-function API was exactly right.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91440" cy="12344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Used to Learn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github.com/jakearchibald/idb-keyval README (the entire API fits in one page!). No tutorials needed — API is just get(), set(), del(), clear().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31720"/>
            <a:ext cx="91440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Specifics: Docs /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source on GitHub to understand how it handles the IDB transaction lifecycle. Used the MDN IndexedDB docs to understand what IndexedDB is before choosing the wrapper.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All 6 idb-keyval functions are wrapped in src/db.ts with custom error handling so the rest of the app uses GET/SET/CLEAR without knowing about IndexedDB.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idb-keyval: How You Integrated It Into Your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src/db.ts  |  Wraps idb-keyval with typed error handling. Used everywhere match data is saved or loaded.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2377440"/>
          </a:xfrm>
          <a:prstGeom prst="rect">
            <a:avLst/>
          </a:prstGeom>
          <a:solidFill>
            <a:srgbClr val="1E2D3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src/db.ts — typed wrapper around idb-keyval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get, set, clear } from "idb-keyval";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GET&lt;T&gt;(key: string): Promise&lt;T | undefined&gt;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await get&lt;T&gt;(key);       // reads from IndexedDB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console.error("IndexedDB read failed:", err);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undefined;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SET&lt;T&gt;(key: string, value: T): Promise&lt;void&gt;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set(key, value);          // persists to IndexedDB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console.error("IndexedDB write failed:", err);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 await SET("appData", matches)  →  await GET&lt;Match[]&gt;("appData")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installed: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37490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add idb-keyval   →   import { get, set, clear } from 'idb-keyval'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 called: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40690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get(), set(), del(), clear(), getMany(), entries()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Library: jsPDF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of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(v4)  —  client-side PDF generation library for JavaScript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Feature Did It Provide?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the whiteboard canvas as a high-quality PDF. Coaches can print play diagrams for drive team binders or share as a PDF file with alliance partners.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Did You Decide to Use 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entirely in the browser — no server upload needed to generate PDFs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Accepts canvas.toDataURL() directly — perfect for whiteboard export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most widely used JS PDF library (28M weekly downloads on npm)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Lazy-loaded (dynamic import) so it doesn't slow initial app startup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jsPDF: How Found, Learned &amp; Integrated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Discovered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'canvas to pdf javascript' — jspdf was the first and most popular result. No alternatives were seriously considered given its dominance.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91440" cy="9144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Learned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jspdf.github.io documentation. The addImage() method accepting base64 PNG is the key feature — found in the README examples.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File: src/pdf.ts  |  Dynamically imported from src/view.ts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8412480" cy="1920240"/>
          </a:xfrm>
          <a:prstGeom prst="rect">
            <a:avLst/>
          </a:prstGeom>
          <a:solidFill>
            <a:srgbClr val="1E2D3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95728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src/pdf.ts — export whiteboard canvas to PDF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jsPDF } from "jspdf";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exportToPDF(canvas: HTMLCanvasElement)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pdf = new jsPDF({ orientation: "landscape", unit: "px",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format: [canvas.width, canvas.height]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pdf.addImage(canvas.toDataURL("image/png"), "PNG", 0,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canvas.width, canvas.height);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pdf.save("strategy-board.pdf");  // triggers browser download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325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bun add jspdf   |   Import: import { jsPDF } from 'jspdf'   |   Key: new jsPDF(), .addImage(), .save()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Libraries: qrcode + qr-scanner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of Libraries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(v1.5) — generates QR codes  |  qr-scanner (v1.4) — scans QR codes via device camera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Feature Did They Provide?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export a match plan as a QR code (shown on screen or printed). Another device scans it with their phone camera to instantly import the plan — no internet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Did You Decide to Use Them?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 codes work offline — essential in competition venues with spotty WiFi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qr-scanner uses the browser's native camera API (getUserMedia) — no plugins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to scan a QR code at pit/field than type a 6-char code under pressure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libraries are well-maintained with TypeScript declarations included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Code: How Found, Learned &amp; Integrated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Discovered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'javascript qr code generator npm'. qrcode topped results. For scanning, searched 'browser qr scanner no plugin' — qr-scanner uses getUserMedia API natively.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91440" cy="9144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Learned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qrcode: npm README — QRCode.toCanvas() is all you need. qr-scanner: README + GitHub issues for camera permission handling in iOS WebView (Capacitor).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File: src/qr.ts  |  Camera access requested when user opens QR scanner modal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8412480" cy="1920240"/>
          </a:xfrm>
          <a:prstGeom prst="rect">
            <a:avLst/>
          </a:prstGeom>
          <a:solidFill>
            <a:srgbClr val="1E2D3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95728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src/qr.ts — generate and scan QR codes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QRCode from "qrcode";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QrScanner from "qr-scanner";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Generate: encode match data as QR on a &lt;canvas&gt;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QRCode.toCanvas(canvasEl, JSON.stringify(matchData));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Scan: open device camera and decode QR codes in real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scanner = new QrScanner(videoEl, (result)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match = JSON.parse(result.data); // decoded match object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importMatch(match);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scanner.start();  // requests camera permission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325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bun add qrcode qr-scanner   |   Both import as ESM with TypeScript types included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Walkthrough: Cloud Share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generateShareCode() + uploadMatch()  —  File: src/cloud.ts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2423160"/>
          </a:xfrm>
          <a:prstGeom prst="rect">
            <a:avLst/>
          </a:prstGeom>
          <a:solidFill>
            <a:srgbClr val="1E2D3D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2588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Generates a random 6-character share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generateShareCode(): string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chars = "ABCDEFGHJKLMNPQRSTUVWXYZ23456789";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code = "";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6;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 += chars[Math.floor(Math.random() * chars.length)];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code;  // e.g. "AB3K7X"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Uploads match to Firestore, returns share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uploadMatch(match: Match): Promise&lt;string&gt;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db = getDb();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code = generateShareCode();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setDoc(doc(db, "matches", code), { data: match.serialize()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code;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123444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2710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5270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object containing all whiteboard data (strokes, teams, field image, notes)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196596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20025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2258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6-character string share code (e.g. 'AB3K7X') that another user can enter to download the match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269748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27340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9900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random code from a curated alphabet (no O/0 or I/1 to avoid confusion), then writes the serialized match to Firestore under that code as the document ID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342900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34655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way?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721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chars from 32-char alphabet = 32^6 ≈ 1 billion combinations — collision probability is negligible. No authentication needed since codes are ephemeral.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and Debugging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7373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1: IndexedDB Migration Bug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wrong: Old versions stored each match under its own key (match-0, match-1…). New version uses a single 'appData' key. Users upgrading lost all their data.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282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On load, the app read 'appData' and got undefined — then saved an empty array, wiping all previous matches.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migration logic in app.ts: on first load, read all old per-key entries, consolidate them into 'appData', then delete the old keys. Tested by manually seeding old-format data in DevTools.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8412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80360"/>
            <a:ext cx="91440" cy="1737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53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2: Firebase Lazy Import Bundle Splitting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2644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wrong: Firebase added 400 KB to the initial JS bundle, making the app slow to load even when users never used the share feature.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6484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Static import at top of file caused Vite to include Firebase in the main chunk.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9593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Changed to dynamic import: const { uploadMatch } = await import('./cloud.ts') — only triggered when Share is clicked. Vite splits Firebase into its own chunk, loaded on demand.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Strategy Board in action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1463040"/>
          </a:xfrm>
          <a:prstGeom prst="rect">
            <a:avLst/>
          </a:prstGeom>
          <a:solidFill>
            <a:srgbClr val="162033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Feature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plays on the 2025 FRC field — freehand strokes, shapes, and robot position markers. All saved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188720"/>
            <a:ext cx="4114800" cy="1463040"/>
          </a:xfrm>
          <a:prstGeom prst="rect">
            <a:avLst/>
          </a:prstGeom>
          <a:solidFill>
            <a:srgbClr val="162033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188720"/>
            <a:ext cx="41148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642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 pick a match from TBA → view red/blue alliances → draw play on whiteboard → share via 6-char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1463040"/>
          </a:xfrm>
          <a:prstGeom prst="rect">
            <a:avLst/>
          </a:prstGeom>
          <a:solidFill>
            <a:srgbClr val="162033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41148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Share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3101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Share → get code 'AB3K7X' → teammate enters code on their phone → match downloads instantly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834640"/>
            <a:ext cx="4114800" cy="1463040"/>
          </a:xfrm>
          <a:prstGeom prst="rect">
            <a:avLst/>
          </a:prstGeom>
          <a:solidFill>
            <a:srgbClr val="162033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834640"/>
            <a:ext cx="41148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Export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3101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QR → hold phone camera up to screen → other device imports the match — works with no WiFi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Live demo at strategyboard.app or Electron desktop app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188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you check if the program worked correctly?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across all 4 platforms: Chrome browser, Electron desktop, iOS (TestFlight), and Android (sideloaded APK). Tested every feature on each platform after each major change.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73152" cy="1188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59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anyone else test it?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FRC teams at competitions used Strategy Board in real matches. Teams 1710, 5687, and 2928 reported bugs and suggested features during the 2025 season.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11880"/>
            <a:ext cx="73152" cy="1188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85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you find and fix any bugs?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023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bugs found: canvas drawing offset wrong on mobile (fixed coordinate scaling), QR scanner not requesting camera on iOS Safari (fixed with Capacitor permissions config), share codes with ambiguous characters O/0/I/1 (fixed by excluding them from the alphabet).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27432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24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&amp; Type Safety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508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TypeScript interfaces for complex data (Match, TBAMatch, packet format) before writing any logic. Types caught dozens of bugs at compile 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2743200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24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large app into focused modules (db.ts, cloud.ts, tba.ts). Each module has one job, making debugging and testing much easier.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960120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960120"/>
            <a:ext cx="2743200" cy="7315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124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3368" y="1508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API documentation, designing TypeScript interfaces to match JSON responses, handling auth headers, and caching responses to avoid rate limits.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743200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743200"/>
            <a:ext cx="2743200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907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Development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runs on 4 platforms but each has edge cases. Camera APIs, file access, and font rendering all differ between browser, Electron, and mobile.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743200"/>
            <a:ext cx="2743200" cy="7315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907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Lazy Loading &amp; Bundle Size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imports cut the initial bundle by 40%. Learning when NOT to load code is as important as learning how to write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36208" y="2743200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36208" y="2743200"/>
            <a:ext cx="2743200" cy="7315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29077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Debugging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73368" y="3291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by real users at competitions are different from bugs found in testing. Learning to reproduce, isolate, and fix production issues under time pressure.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was more time to develop Strategy Board...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743200" cy="1508760"/>
          </a:xfrm>
          <a:prstGeom prst="rect">
            <a:avLst/>
          </a:prstGeom>
          <a:solidFill>
            <a:srgbClr val="162033"/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9728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Collaboration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Firestore's onSnapshot() listener so two users editing the same match see each other's strokes live — like Google Docs for play diagrams.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743200" cy="1508760"/>
          </a:xfrm>
          <a:prstGeom prst="rect">
            <a:avLst/>
          </a:prstGeom>
          <a:solidFill>
            <a:srgbClr val="162033"/>
          </a:solidFill>
          <a:ln w="6350">
            <a:solidFill>
              <a:srgbClr val="FFB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97280"/>
            <a:ext cx="2743200" cy="54864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0700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Strategy Suggestions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57276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match data and EPA scores to an AI model to suggest auto paths or defensive assignments based on alliance strengths.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6208" y="1097280"/>
            <a:ext cx="2743200" cy="1508760"/>
          </a:xfrm>
          <a:prstGeom prst="rect">
            <a:avLst/>
          </a:prstGeom>
          <a:solidFill>
            <a:srgbClr val="162033"/>
          </a:solidFill>
          <a:ln w="6350">
            <a:solidFill>
              <a:srgbClr val="EF5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097280"/>
            <a:ext cx="274320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20700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Integration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5936" y="157276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whiteboard annotations to match video timestamps from TBA's video API — tap a robot position to jump to that moment in the match film.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788920"/>
            <a:ext cx="2743200" cy="1508760"/>
          </a:xfrm>
          <a:prstGeom prst="rect">
            <a:avLst/>
          </a:prstGeom>
          <a:solidFill>
            <a:srgbClr val="162033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788920"/>
            <a:ext cx="274320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9864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C7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 Sync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conflict resolution when two devices edit the same match offline and both reconnect. Currently last-write-wins via share codes.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788920"/>
            <a:ext cx="2743200" cy="1508760"/>
          </a:xfrm>
          <a:prstGeom prst="rect">
            <a:avLst/>
          </a:prstGeom>
          <a:solidFill>
            <a:srgbClr val="162033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788920"/>
            <a:ext cx="27432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89864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Field Seasons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2644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field images for each FRC season from official field CAD files instead of manually sourcing PNGs.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2788920"/>
            <a:ext cx="2743200" cy="1508760"/>
          </a:xfrm>
          <a:prstGeom prst="rect">
            <a:avLst/>
          </a:prstGeom>
          <a:solidFill>
            <a:srgbClr val="162033"/>
          </a:solidFill>
          <a:ln w="6350">
            <a:solidFill>
              <a:srgbClr val="90CA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2788920"/>
            <a:ext cx="2743200" cy="5486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289864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Profiles &amp; Scouting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45936" y="326440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teams build a scouting database of other teams' strengths and pull that into match planning — integrating with Statbotics EPA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162033"/>
          </a:solidFill>
          <a:ln w="12700">
            <a:solidFill>
              <a:srgbClr val="16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ready to discuss: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8046720" cy="594360"/>
          </a:xfrm>
          <a:prstGeom prst="rect">
            <a:avLst/>
          </a:prstGeom>
          <a:solidFill>
            <a:srgbClr val="162033"/>
          </a:solidFill>
          <a:ln w="381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6712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would happen if Firebase was removed? — Share via QR code still works (offline). No cloud sync, but all local features remain.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8046720" cy="594360"/>
          </a:xfrm>
          <a:prstGeom prst="rect">
            <a:avLst/>
          </a:prstGeom>
          <a:solidFill>
            <a:srgbClr val="162033"/>
          </a:solidFill>
          <a:ln w="381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5292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part of the code did YOU write? — All of it. The architecture, all 12 modules, API integrations, Canvas renderer (~2,400 lines), UI (~3,200 lines).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8046720" cy="594360"/>
          </a:xfrm>
          <a:prstGeom prst="rect">
            <a:avLst/>
          </a:prstGeom>
          <a:solidFill>
            <a:srgbClr val="162033"/>
          </a:solidFill>
          <a:ln w="381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53872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part was most difficult? — Cross-platform canvas rendering — coordinates, DPI scaling, and touch events all behave differently per platform.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4160520"/>
            <a:ext cx="8046720" cy="594360"/>
          </a:xfrm>
          <a:prstGeom prst="rect">
            <a:avLst/>
          </a:prstGeom>
          <a:solidFill>
            <a:srgbClr val="162033"/>
          </a:solidFill>
          <a:ln w="381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22452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Why TypeScript over Python or Java? — TypeScript runs natively in the browser and Electron without compilation overhead at runtime.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Board</dc:title>
  <dc:subject>PptxGenJS Presentation</dc:subject>
  <dc:creator>Pranav Gundu</dc:creator>
  <cp:lastModifiedBy>Pranav Gundu</cp:lastModifiedBy>
  <cp:revision>1</cp:revision>
  <dcterms:created xsi:type="dcterms:W3CDTF">2026-05-06T03:06:27Z</dcterms:created>
  <dcterms:modified xsi:type="dcterms:W3CDTF">2026-05-06T03:06:27Z</dcterms:modified>
</cp:coreProperties>
</file>